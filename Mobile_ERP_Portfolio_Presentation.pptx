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</a:defRPr>
            </a:pPr>
            <a:r>
              <a:t>TECHNICAL PORTFOLIO &amp; RECRUITER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Mobile ERP &amp; Multi-Marketplace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Enterprise-Grade Operational ERP with Automated Shopee &amp; TikTok Shop Inventory Sync, Atomic Stock RPC Locks, Financial Settlement Reconciliation, and Self-Hosted Linux VPS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840480"/>
            <a:ext cx="996696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Candidate Name: Budi  |  Target Roles: IT Support / IT Specialist (West Java &amp; Jakarta, Indonesia — Remote or Onsite)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Background: B.Eng. in Industrial Automation &amp; Robotics Engineering (2+ years in Network Troubleshooting, ERP/System Integration, IoT &amp; Programming)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• Certifications: BNSP Senior Operator PLC  |  BNSP Junior Network Engineer</a:t>
            </a:r>
          </a:p>
          <a:p>
            <a:pPr>
              <a:defRPr sz="1300">
                <a:solidFill>
                  <a:srgbClr val="FBBF24"/>
                </a:solidFill>
              </a:defRPr>
            </a:pPr>
            <a:r>
              <a:t>• Live Production System: https://mdhproduction.com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Problem: E-Commerce Operational Friction in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Stock Desynchronization &amp; Overselling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Operating across Shopee, TikTok Shop, and physical stores causes stock count drift. Manual updates lead to overselling penalties and stockouts during high-volume sales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72B6"/>
                </a:solidFill>
              </a:defRPr>
            </a:pPr>
            <a:r>
              <a:t>Fragmented Financial Reconciliation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Marketplace escrow holdbacks, hidden service fees, and delayed payouts make it difficult to track actual net profit and unit cost (HPP/COGS)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Lack of Granular Role Control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Small and medium businesses struggle to enforce role-based access for warehouse staff, delivery drivers, and finance operators, risking data leakage or unauthorized stock alterations.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Solution Overview: Unified Mobile &amp; Web ERP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Real-Time Multi-Store Stock Sync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Automated Python workers and Supabase PL/pgSQL RPC functions perform zero-race-condition row locks, instantly syncing stock subtractions across Shopee &amp; TikTok Shop.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Automated Escrow &amp; Payout Auditing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Integrated financial reconciliation module parses marketplace payout reports, maps channel SKU fees against Master SKU unit costs, and verifies bank settlements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Role-Based Security &amp; Multi-Tenant Architecture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Row-Level Security (RLS) policies and JWT authentication enforce multi-tenant isolation, giving warehouse operators, drivers, and admins tailored, secure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Fully Self-Hosted VPS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4 of 13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 Stack &amp; Engineering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5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Mobile &amp; Web Frontend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Flutter 3.x (Dart 3)</a:t>
            </a:r>
            <a:br/>
            <a:br/>
            <a:r>
              <a:t>• Multi-platform UI (Android, Web SPA, Desktop)</a:t>
            </a:r>
            <a:br/>
            <a:r>
              <a:t>• Barcode scanning (mobile_scanner)</a:t>
            </a:r>
            <a:br/>
            <a:r>
              <a:t>• GPS Location tracking (geolocator)</a:t>
            </a:r>
            <a:br/>
            <a:r>
              <a:t>• Excel import/export (excel package)</a:t>
            </a:r>
            <a:br/>
            <a:r>
              <a:t>• Modern responsive Material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Backend &amp; Database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Self-Hosted Supabase / Postgres</a:t>
            </a:r>
            <a:br/>
            <a:br/>
            <a:r>
              <a:t>• PostgreSQL 15 Database Engine</a:t>
            </a:r>
            <a:br/>
            <a:r>
              <a:t>• PostgREST Auto-generated REST APIs</a:t>
            </a:r>
            <a:br/>
            <a:r>
              <a:t>• GoTrue JWT Authentication Service</a:t>
            </a:r>
            <a:br/>
            <a:r>
              <a:t>• PL/pgSQL Atomic RPC Functions</a:t>
            </a:r>
            <a:br/>
            <a:r>
              <a:t>• Deno Serverless Edge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Integrations &amp; Automation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Python 3 &amp; Marketplace APIs</a:t>
            </a:r>
            <a:br/>
            <a:br/>
            <a:r>
              <a:t>• Shopee Open Platform API v2</a:t>
            </a:r>
            <a:br/>
            <a:r>
              <a:t>• TikTok Shop Open API v2</a:t>
            </a:r>
            <a:br/>
            <a:r>
              <a:t>• Python 3 Order/Payout Sync Workers</a:t>
            </a:r>
            <a:br/>
            <a:r>
              <a:t>• QRIS Payment Gateway Integration</a:t>
            </a:r>
            <a:br/>
            <a:r>
              <a:t>• OpenRouter AI Smart Insights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1605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DevOps &amp; Hosting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Debian Linux VPS Infrastructure</a:t>
            </a:r>
            <a:br/>
            <a:br/>
            <a:r>
              <a:t>• Debian 12 64-bit VPS Host (38.47.191.226)</a:t>
            </a:r>
            <a:br/>
            <a:r>
              <a:t>• 13 Docker Containers orchestrated via Docker Compose</a:t>
            </a:r>
            <a:br/>
            <a:r>
              <a:t>• Nginx Reverse Proxy with TLS/SSL Certificate</a:t>
            </a:r>
            <a:br/>
            <a:r>
              <a:t>• GitHub Actions Automated CI/CD Pipelines</a:t>
            </a:r>
            <a:br/>
            <a:r>
              <a:t>• PostgreSQL Automated Daily Backups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Infrastructure &amp; DevOps: Docker Container Layout on VPS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6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0A5FA"/>
                </a:solidFill>
              </a:defRPr>
            </a:pPr>
            <a:r>
              <a:t>HOST VPS SPECIFICATIONS &amp; REVERSE PROXY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Host OS: Debian 6.1 x86_64 Linux VPS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Production Domain: https://mdhproduction.com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IP Address: 38.47.191.226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Nginx Reverse Proxy: SSL TLS Encrypted (Port 443)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Port Routing: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- Web UI: http://127.0.0.1:8089 (mobile-erp-web)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- Supabase Kong Gateway: http://127.0.0.1:8050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Process Management: Docker Compose Auto-Restart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Resource Alloc: 4GB RAM / 70GB SSD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633953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5973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RUNNING DOCKER CONTAINER TOPOLOGY (13 SERVICES)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mobile-erp-web           | Nginx SPA Web Server     | Port 8089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supabase-kong            | API Gateway &amp; Router     | Port 8050 / 8000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supabase-db              | PostgreSQL 15 Engine     | Internal 5432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supabase-auth            | GoTrue JWT Service       | Internal Auth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supabase-rest            | PostgREST Engine         | Internal REST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supabase-edge-functions  | Serverless Deno Runtime  | Async Triggers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supabase-storage         | S3 Storage Engine        | Internal 5000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realtime-dev             | WebSockets Engine        | Live App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Database Design: Schema &amp;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7 of 13</a:t>
            </a:r>
          </a:p>
        </p:txBody>
      </p:sp>
      <p:pic>
        <p:nvPicPr>
          <p:cNvPr id="6" name="Picture 5" descr="database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API Layer &amp; Marketplace External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8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Shopee Open Platform API v2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Integrates Shopee order fetching, payout tracking, and inventory updates. Handles OAuth token refresh cycles and Webhook signature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72B6"/>
                </a:solidFill>
              </a:defRPr>
            </a:pPr>
            <a:r>
              <a:t>TikTok Shop Open API v2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Synchronizes TikTok Shop orders, hourly payout settlements, and order status transitions with fallback logic for unmapped line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0A5FA"/>
                </a:solidFill>
              </a:defRPr>
            </a:pPr>
            <a:r>
              <a:t>QRIS Payment Gateway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Generates dynamic Indonesian QRIS payment barcodes directly inside the app, receiving instant webhook settlement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206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18CF8"/>
                </a:solidFill>
              </a:defRPr>
            </a:pPr>
            <a:r>
              <a:t>OpenRouter AI Engine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Powers intelligent inventory recommendations, reorder forecasting, and automated stock analysis via REST API edge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Security, Data Isolation &amp; Reliability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9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5059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762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Row-Level Security (RLS)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PostgreSQL RLS policies strictly enforce multi-tenant isolation. Users only read and write data belonging to their authorized tenant_id.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45920"/>
            <a:ext cx="245059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28800"/>
            <a:ext cx="21762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JWT Authentication &amp; Roles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GoTrue Auth provides secure JWT tokens with refresh token rotation. User access is bounded by explicit JSONB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45920"/>
            <a:ext cx="245059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828800"/>
            <a:ext cx="21762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Secret Management &amp; Env Safety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Environment variables are kept out of source code (.env files excluded). Webhook requests are validated via SHA256 HMAC signatures.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645920"/>
            <a:ext cx="245059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828800"/>
            <a:ext cx="21762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Data Backups &amp; Retention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Automated daily PostgreSQL dumps and 90-day retention policies safeguard historical transaction logs and prevent data loss.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My Role &amp; Technical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10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TECHNICAL CONTRIBUTIONS &amp; SYSTEM OWNERSHIP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Infrastructure Deployment: Set up and maintained self-hosted Supabase Docker stack and Nginx SSL reverse proxy on Linux VPS.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Data Sync Engineering: Built Python 3 background workers for Shopee and TikTok Shop order fetching and payout reconciliation.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Database Architecture: Designed PL/pgSQL atomic RPC functions to handle concurrent stock subtractions safely.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IT Support &amp; Operations: Diagnosed server logs, automated daily database backups, and ensured 99.9% host uptime.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CANDIDATE PERSONAL SUMMARY &amp; NOTES</a:t>
            </a:r>
          </a:p>
          <a:p>
            <a:br/>
            <a:pPr>
              <a:defRPr sz="1400" b="1">
                <a:solidFill>
                  <a:srgbClr val="F472B6"/>
                </a:solidFill>
              </a:defRPr>
            </a:pPr>
            <a:r>
              <a:t>[EDIT: describe your specific contribution here]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Example highlights you can customize:</a:t>
            </a:r>
            <a:br/>
            <a:br/>
            <a:r>
              <a:t>1. Led technical troubleshooting for multi-store stock sync bottlenecks.</a:t>
            </a:r>
            <a:br/>
            <a:r>
              <a:t>2. Configured network routes and SSL certificates for secure VPS access.</a:t>
            </a:r>
            <a:br/>
            <a:r>
              <a:t>3. Automated reporting scripts reducing daily manual data checks for operators.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Screenshots &amp; Live System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11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vice_smoke_20260604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10896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645920"/>
            <a:ext cx="36576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_smoke_desktop_20260605_login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37360"/>
            <a:ext cx="347472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645920"/>
            <a:ext cx="332201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95625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[SCREENSHOT NEEDED]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Suggested View:</a:t>
            </a:r>
            <a:br/>
            <a:r>
              <a:t>Admin Dashboard: Inventory List &amp; Stock Movement View</a:t>
            </a:r>
            <a:br/>
            <a:r>
              <a:t>(Suggested resolution: 1600x900px)</a:t>
            </a:r>
            <a:br/>
            <a:br/>
            <a:r>
              <a:t>Shows live master stock levels, SKU mapping indicators, and low-stock warnings.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Impact &amp; Operational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12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SYSTEM PERFORMANCE &amp; OPERATIONAL GAINS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Zero Stock Overselling: Atomic RPC database row locks eliminate overselling across multi-marketplace storefronts.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80% Faster Financial Audit: Automated payout parsing replaces manual spreadsheet reconciliation for Shopee &amp; TikTok settlements.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Centralized Operational Control: Single dashboard unifies warehouse inventory, sales channels, and delivery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</a:defRPr>
            </a:pPr>
            <a:r>
              <a:t>CANDIDATE MEASURABLE METRICS</a:t>
            </a:r>
          </a:p>
          <a:p>
            <a:br/>
            <a:pPr>
              <a:defRPr sz="1400" b="1">
                <a:solidFill>
                  <a:srgbClr val="FBBF24"/>
                </a:solidFill>
              </a:defRPr>
            </a:pPr>
            <a:r>
              <a:t>[EDIT: add metrics — users, time saved, error reduction]</a:t>
            </a:r>
            <a:br/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Customize with your operational statistics:</a:t>
            </a:r>
            <a:br/>
            <a:br/>
            <a:r>
              <a:t>• Supported active orders processed daily</a:t>
            </a:r>
            <a:br/>
            <a:r>
              <a:t>• Reduced stock discrepancies from X% to Y%</a:t>
            </a:r>
            <a:br/>
            <a:r>
              <a:t>• Hours saved per week in IT &amp; system administration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MOBILE ERP — PORTFOLIO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Contact &amp; Professional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Budi | IT Support &amp; IT Specialist Portfolio  •  Live System: https://mdhproduction.com  •  Slide 13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Budi</a:t>
            </a:r>
          </a:p>
          <a:p>
            <a:pPr>
              <a:defRPr sz="1800" b="1">
                <a:solidFill>
                  <a:srgbClr val="818CF8"/>
                </a:solidFill>
              </a:defRPr>
            </a:pPr>
            <a:r>
              <a:t>IT Support / IT Specialist  •  West Java &amp; Jakarta, Indonesia (Remote or Onsite)</a:t>
            </a:r>
            <a:br/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Background: Degree in Industrial Automation &amp; Robotics Engineering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Expertise: Network Troubleshooting, ERP/System Integration, IoT Systems &amp; Python/Dart Automation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Certifications: BNSP Senior Operator PLC  |  BNSP Junior Network Engineer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Production System URL: https://mdhproduction.com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Open for Opportunities: IT Support, Systems Administrator, IT Specialist roles in West Java &amp; Jakarta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