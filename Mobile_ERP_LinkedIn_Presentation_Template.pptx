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PLATFORM OMNICHANNEL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2926080" cy="320040"/>
          </a:xfrm>
          <a:prstGeom prst="roundRect">
            <a:avLst/>
          </a:prstGeom>
          <a:solidFill>
            <a:srgbClr val="14234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⚡ SOLUSI ALL-IN-ONE OPERASIONAL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Kelola Seluruh Bisnis &amp; Toko Online Tanpa Selisih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Satu aplikasi terintegrasi untuk sinkronisasi stok Shopee &amp; TikTok Shop secara instan, rekonsiliasi otomatis pencairan rekening tiap 15 menit, scan barcode gudang via ponsel, serta presensi GPS dan rekap penggajian tim secara akurat.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22402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/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📦 Stok Gudang &amp; Scan HP</a:t>
            </a:r>
          </a:p>
          <a:p>
            <a:pPr algn="l">
              <a:defRPr sz="850">
                <a:solidFill>
                  <a:srgbClr val="94A3B8"/>
                </a:solidFill>
                <a:latin typeface="Segoe UI"/>
              </a:defRPr>
            </a:pPr>
            <a:r>
              <a:t>Scan barcode in/out via kamera ponsel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39" y="4846320"/>
            <a:ext cx="22402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/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🔄 Auto-Sync Marketplace</a:t>
            </a:r>
          </a:p>
          <a:p>
            <a:pPr algn="l">
              <a:defRPr sz="850">
                <a:solidFill>
                  <a:srgbClr val="94A3B8"/>
                </a:solidFill>
                <a:latin typeface="Segoe UI"/>
              </a:defRPr>
            </a:pPr>
            <a:r>
              <a:t>Integrasi Shopee &amp; TikTok Shop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59" y="4846320"/>
            <a:ext cx="22402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/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💰 Rekonsiliasi Otomatis</a:t>
            </a:r>
          </a:p>
          <a:p>
            <a:pPr algn="l">
              <a:defRPr sz="850">
                <a:solidFill>
                  <a:srgbClr val="94A3B8"/>
                </a:solidFill>
                <a:latin typeface="Segoe UI"/>
              </a:defRPr>
            </a:pPr>
            <a:r>
              <a:t>Pencocokan dana rekening tiap 15 menit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1024128"/>
            <a:ext cx="2478024" cy="5087697"/>
          </a:xfrm>
          <a:prstGeom prst="roundRect">
            <a:avLst/>
          </a:prstGeom>
          <a:solidFill>
            <a:srgbClr val="141C2D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in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0"/>
            <a:ext cx="2331720" cy="4941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👉 Geser ke kanan untuk melihat 6 modul operasional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TANTANGAN BISNIS OMNICHANNEL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 Masalah Klasik Bisnis Omnichannel yang Bikin Boncos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Apakah operasional toko fisik dan marketplace Anda masih sering mengalami kebocoran biaya seperti ini?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42900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l">
              <a:spcAft>
                <a:spcPts val="800"/>
              </a:spcAft>
              <a:defRPr sz="950" b="1">
                <a:solidFill>
                  <a:srgbClr val="EF4444"/>
                </a:solidFill>
                <a:latin typeface="Segoe UI"/>
              </a:defRPr>
            </a:pPr>
            <a:r>
              <a:t>🚨 MASALAH #1</a:t>
            </a:r>
          </a:p>
          <a:p>
            <a:pPr algn="l"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Selisih Stok &amp; Overselling</a:t>
            </a:r>
          </a:p>
          <a:p>
            <a:pPr algn="l">
              <a:defRPr sz="1150">
                <a:solidFill>
                  <a:srgbClr val="94A3B8"/>
                </a:solidFill>
                <a:latin typeface="Segoe UI"/>
              </a:defRPr>
            </a:pPr>
            <a:r>
              <a:t>Stok fisik gudang tidak sinkron dengan toko online saat pesanan membludak. Terjadi pembatalan sepihak dan toko terkena penalti poin pelanggaran marketplace.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03120"/>
            <a:ext cx="342900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l">
              <a:spcAft>
                <a:spcPts val="8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💸 MASALAH #2</a:t>
            </a:r>
          </a:p>
          <a:p>
            <a:pPr algn="l"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Uang Cair Tidak Pernah Cocok</a:t>
            </a:r>
          </a:p>
          <a:p>
            <a:pPr algn="l">
              <a:defRPr sz="1150">
                <a:solidFill>
                  <a:srgbClr val="94A3B8"/>
                </a:solidFill>
                <a:latin typeface="Segoe UI"/>
              </a:defRPr>
            </a:pPr>
            <a:r>
              <a:t>Omzet terlihat besar di dashboard, tapi saldo rekening bank tidak bertambah. Penalti ongkos kirim volumetrik dan potongan komisi tersembunyi tidak diaudit.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103120"/>
            <a:ext cx="3429000" cy="3931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l">
              <a:spcAft>
                <a:spcPts val="8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📝 MASALAH #3</a:t>
            </a:r>
          </a:p>
          <a:p>
            <a:pPr algn="l"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Absensi &amp; SPK Masih Manual</a:t>
            </a:r>
          </a:p>
          <a:p>
            <a:pPr algn="l">
              <a:defRPr sz="1150">
                <a:solidFill>
                  <a:srgbClr val="94A3B8"/>
                </a:solidFill>
                <a:latin typeface="Segoe UI"/>
              </a:defRPr>
            </a:pPr>
            <a:r>
              <a:t>Pencatatan upah tukang jahit konveksi dan absensi karyawan masih di buku/Excel. Rentan kecurangan jam kerja dan kebocoran dana operasional bulanan.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💡 Lihat bagaimana Mobile ERP mengatasi seluruh kendala ini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MODUL GUDANG (WMS)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200400" cy="320040"/>
          </a:xfrm>
          <a:prstGeom prst="roundRect">
            <a:avLst/>
          </a:prstGeom>
          <a:solidFill>
            <a:srgbClr val="0F19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📦 PILAR 1 // MANAJEMEN GUDANG (WMS)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Kontrol Multi-Gudang &amp; Scan Barcode via Ponsel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Pantau posisi stok fisik di gudang utama, toko cabang, dan studio siaran live. Tim gudang memproses keluar masuk barang langsung dari kamera HP tanpa barcode scanner mahal.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Scan Cepat Kamera Ponsel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Proses penerimaan barang dan packing pesanan langsung via kamera smartphone staf.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3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Isolasi Stok Khusus Live Streaming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Kunci alokasi stok khusus sesi live TikTok/Shopee agar tidak bentrok dengan order reguler.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93208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Peringatan Batas Minimum Otomatis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Sistem memberi sinyal restock sebelum SKU terlaris Anda habis di pasaran.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978408"/>
            <a:ext cx="2478024" cy="5087697"/>
          </a:xfrm>
          <a:prstGeom prst="roundRect">
            <a:avLst/>
          </a:prstGeom>
          <a:solidFill>
            <a:srgbClr val="141C2D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cal_warehouse_stock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51560"/>
            <a:ext cx="2331720" cy="4941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Geser ke kanan untuk melihat modul selanjutnya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INTEGRASI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200400" cy="320040"/>
          </a:xfrm>
          <a:prstGeom prst="roundRect">
            <a:avLst/>
          </a:prstGeom>
          <a:solidFill>
            <a:srgbClr val="0F193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🔄 PILAR 2 // SINKRONISASI MARKETPLACE (OMS)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Sinkronisasi Otomatis Pesanan Shopee &amp; TikTok 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Terhubung resmi melalui Open Platform API. Pesanan baru ditarik otomatis setiap 2 menit, stok gudang langsung terpotong, dan nomor resi terupdate otomatis.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Penarikan Pesanan Otomatis 24/7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Runner server mendeteksi transaksi baru seketika dan mencatat detail pembayaran pembeli.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3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Pemotongan Stok Anti-Oversell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Stok fisik terkunci di seluruh platform seketika terjadi pesanan di toko mana pun.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93208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Tracking Resi Ekspedisi Resmi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Terintegrasi otomatis dengan pelacakan SPX Express, J&amp;T Express, SiCepat, dan Anteraja.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978408"/>
            <a:ext cx="2478024" cy="5087697"/>
          </a:xfrm>
          <a:prstGeom prst="roundRect">
            <a:avLst/>
          </a:prstGeom>
          <a:solidFill>
            <a:srgbClr val="141C2D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rder_marketplac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51560"/>
            <a:ext cx="2331720" cy="4941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Geser ke kanan untuk melihat modul selanjutnya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KEUANGAN &amp; LABA (FMS)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200400" cy="320040"/>
          </a:xfrm>
          <a:prstGeom prst="roundRect">
            <a:avLst/>
          </a:prstGeom>
          <a:solidFill>
            <a:srgbClr val="0F19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💰 PILAR 3 // KEUANGAN &amp; LABA BERSIH (FMS)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Rekonsiliasi Settlement Tiap 15 Menit &amp; Laba Per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Ketahui secara pasti berapa rupiah omzet kotor yang menjadi uang cair di rekening bank setelah dipotong biaya komisi marketplace, diskon, dan HPP modal produk.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Pencocokan Uang Cair Tiap 15 Menit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Auto-pull data escrow settlement langsung dari mutasi API Shopee &amp; TikTok Shop.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3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Deteksi Potongan Biaya &amp; Abnormal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Audit transparan biaya admin, biaya layanan, komisi live host, dan biaya ongkir.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93208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Laporan Laba Rugi Riil Per SKU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Margin dihitung presisi per satuan produk dari Payout Bersih dikurangi modal HPP.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978408"/>
            <a:ext cx="2478024" cy="5087697"/>
          </a:xfrm>
          <a:prstGeom prst="roundRect">
            <a:avLst/>
          </a:prstGeom>
          <a:solidFill>
            <a:srgbClr val="141C2D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nance_resum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51560"/>
            <a:ext cx="2331720" cy="4941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Geser ke kanan untuk melihat modul selanjutnya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SDM &amp; PAYROLL (HRIS)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200400" cy="320040"/>
          </a:xfrm>
          <a:prstGeom prst="roundRect">
            <a:avLst/>
          </a:prstGeom>
          <a:solidFill>
            <a:srgbClr val="0F193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A855F7"/>
                </a:solidFill>
                <a:latin typeface="Segoe UI"/>
              </a:defRPr>
            </a:pPr>
            <a:r>
              <a:t>👥 PILAR 4 // MANAJEMEN SDM &amp; PAYROLL (HRIS)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Presensi GPS Selfie, Monitor Kinerja &amp; Slip Gaji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Kelola seluruh data karyawan secara terpusat: verifikasi absensi GPS Geofence &amp; foto selfie di HP, pantau monitoring skor performa kerja, dan rekap penggajian otomatis.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Presensi GPS Geofence + Selfie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Verifikasi posisi ponsel di radius kantor/gudang sebelum staf dapat melakukan clock-in.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3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Monitoring Skor Kinerja Tim Harian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Pantau KPI operasional, penyelesaian tugas gudang, dan skor kedisiplinan kerja.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93208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Slip Gaji Digital Berpassword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Otomasi perhitungan gaji pokok, lembur, dan bonus langsung ke slip gaji PDF aman.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978408"/>
            <a:ext cx="2478024" cy="5087697"/>
          </a:xfrm>
          <a:prstGeom prst="roundRect">
            <a:avLst/>
          </a:prstGeom>
          <a:solidFill>
            <a:srgbClr val="141C2D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ttendanc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51560"/>
            <a:ext cx="2331720" cy="4941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Geser ke kanan untuk melihat modul selanjutnya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PRODUKSI KONVEKSI (SPK)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200400" cy="320040"/>
          </a:xfrm>
          <a:prstGeom prst="roundRect">
            <a:avLst/>
          </a:prstGeom>
          <a:solidFill>
            <a:srgbClr val="0F1932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97316"/>
                </a:solidFill>
                <a:latin typeface="Segoe UI"/>
              </a:defRPr>
            </a:pPr>
            <a:r>
              <a:t>✂️ PILAR 5 // PRODUKSI KONVEKSI &amp; SPK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Surat Perintah Kerja (SPK) 5 Tahap &amp; Hitung Ongkos Jahit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Pantau alur kerja manufaktur pakaian mulai dari pembuatan pola, potong kain, sablon/bordir, jahit oleh mitra penjahit, hingga QC dan packing siap masuk gudang.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Alur Kerja 5 Tahapan Terstruktur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Pantau progress per batch: Potong → Sablon/Bordir → Jahit → QC → Packing.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3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Hitung Upah / Ongkos Penjahit Otomatis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Ongkos per pcs otomatis tercatat dan masuk ke rekap upah tukang jahit saat lolos QC.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93208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Konversi Otomatis Menjadi Stok Gudang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Produk yang lolos tahap packing langsung menambah saldo stok fisik di WMS.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978408"/>
            <a:ext cx="2478024" cy="5087697"/>
          </a:xfrm>
          <a:prstGeom prst="roundRect">
            <a:avLst/>
          </a:prstGeom>
          <a:solidFill>
            <a:srgbClr val="141C2D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duction_flow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51560"/>
            <a:ext cx="2331720" cy="4941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Geser ke kanan untuk melihat modul selanjutnya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PROTEKSI OMZET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200400" cy="320040"/>
          </a:xfrm>
          <a:prstGeom prst="roundRect">
            <a:avLst/>
          </a:prstGeom>
          <a:solidFill>
            <a:srgbClr val="0F19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🛡️ PILAR 6 // AUDIT TRANSAKSI ABNORMAL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Deteksi Payout Minus, Selisih Ongkir &amp; Retur Pembeli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Sistem otomatis mendeteksi transaksi janggal, seperti penalti ongkos kirim volumetrik kurir yang dibebankan ke seller, pengembalian retur pembeli, dan selisih settlement.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Deteksi Payout Minus Realtime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Transaksi dengan nilai cair negatif langsung ditandai badge merah untuk klaim kurir.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3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Audit Selisih Ongkos Kirim Kurir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Lacak perbedaan berat timbangan resi vs paket aktual agar kompensasi dapat diklaim.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93208"/>
            <a:ext cx="6858000" cy="7680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/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Pemisahan Data Abnormal Multi-Tenant</a:t>
            </a:r>
          </a:p>
          <a:p>
            <a:pPr algn="l">
              <a:defRPr sz="950">
                <a:solidFill>
                  <a:srgbClr val="94A3B8"/>
                </a:solidFill>
                <a:latin typeface="Segoe UI"/>
              </a:defRPr>
            </a:pPr>
            <a:r>
              <a:t>Audit terisolasi 100% per toko tanpa bercampur dengan data toko 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978408"/>
            <a:ext cx="2478024" cy="5087697"/>
          </a:xfrm>
          <a:prstGeom prst="roundRect">
            <a:avLst/>
          </a:prstGeom>
          <a:solidFill>
            <a:srgbClr val="141C2D"/>
          </a:solidFill>
          <a:ln w="317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bnormal_marketplace_ord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51560"/>
            <a:ext cx="2331720" cy="4941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Geser ke kanan untuk melihat modul selanjutnya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PAKET INVESTASI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Pilihan Paket yang Tumbuh Bersama Skala Bisnis Anda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Transparan tanpa biaya tersembunyi. Termasuk pembaruan fitur gratis dan pendampingan setup sampai mahir.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429000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Paket Starter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Rp 300.000 / Bulan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Hingga 5 Karyawan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2 Toko Marketplace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1 GB Cloud Storage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Manajemen WMS &amp; Barcode HP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Rekap Absensi GPS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57400"/>
            <a:ext cx="3429000" cy="3977639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l">
              <a:spcAft>
                <a:spcPts val="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Paket Growth ⭐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Rp 500.000 / Bulan</a:t>
            </a:r>
          </a:p>
          <a:p>
            <a:pPr algn="l"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 Hingga 15 Karyawan</a:t>
            </a:r>
          </a:p>
          <a:p>
            <a:pPr algn="l"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 5 Toko Marketplace</a:t>
            </a:r>
          </a:p>
          <a:p>
            <a:pPr algn="l"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 5 GB Cloud Storage</a:t>
            </a:r>
          </a:p>
          <a:p>
            <a:pPr algn="l"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 Rekonsiliasi Bank Tiap 15 Mnt</a:t>
            </a:r>
          </a:p>
          <a:p>
            <a:pPr algn="l"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 Laba Bersih Riil Per SKU</a:t>
            </a:r>
          </a:p>
          <a:p>
            <a:pPr algn="l">
              <a:spcAft>
                <a:spcPts val="5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 Slip Gaji Digital Berpassword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057400"/>
            <a:ext cx="3429000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56032"/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Paket Pro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Rp 800.000 / Bulan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Hingga 30 Karyawan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10 Toko Marketplace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10 GB Cloud Storage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Alur SPK Konveksi 5 Tahap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Audit Transaksi Abnormal</a:t>
            </a:r>
          </a:p>
          <a:p>
            <a:pPr algn="l"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✔  Prioritas Pendampingan Teknis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🚀 Slide terakhir: Konsultasi &amp; Coba Gratis 14 Hari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474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384048"/>
            <a:ext cx="3017520" cy="320040"/>
          </a:xfrm>
          <a:prstGeom prst="roundRect">
            <a:avLst/>
          </a:prstGeom>
          <a:solidFill>
            <a:srgbClr val="0F1C3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KONSULTASI &amp; UJI COBA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47472"/>
            <a:ext cx="3017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🌐 mdhproduction.com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051560"/>
            <a:ext cx="9994392" cy="4983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280160"/>
            <a:ext cx="92628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Coba Gratis 14 Hari Tanpa Biaya &amp; Tanpa Komitmen</a:t>
            </a:r>
          </a:p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t>Rasakan kemudahan mengotomasi seluruh operasional bisnis Anda sekarang. Tim konsultan kami siap mendampingi proses aktivasi, import data awal, dan pelatihan tim Anda sampai mahir.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743200"/>
            <a:ext cx="2743200" cy="1051560"/>
          </a:xfrm>
          <a:prstGeom prst="roundRect">
            <a:avLst/>
          </a:prstGeom>
          <a:solidFill>
            <a:srgbClr val="14203A"/>
          </a:solidFill>
          <a:ln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⚡ 10 Menit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Setup Cepat &amp; Tanpa Ribet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743200"/>
            <a:ext cx="2743200" cy="1051560"/>
          </a:xfrm>
          <a:prstGeom prst="roundRect">
            <a:avLst/>
          </a:prstGeom>
          <a:solidFill>
            <a:srgbClr val="14203A"/>
          </a:solidFill>
          <a:ln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🛡️ 100% Aman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Data Terisolasi Per Tenant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743200"/>
            <a:ext cx="2743200" cy="1051560"/>
          </a:xfrm>
          <a:prstGeom prst="roundRect">
            <a:avLst/>
          </a:prstGeom>
          <a:solidFill>
            <a:srgbClr val="14203A"/>
          </a:solidFill>
          <a:ln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64592"/>
          <a:lstStyle/>
          <a:p>
            <a:pPr algn="ctr">
              <a:spcAft>
                <a:spcPts val="2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📱 Full Mobile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Akses Kapan Saja via HP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069080"/>
            <a:ext cx="8897112" cy="1600200"/>
          </a:xfrm>
          <a:prstGeom prst="roundRect">
            <a:avLst/>
          </a:prstGeom>
          <a:solidFill>
            <a:srgbClr val="14284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💬 WhatsApp: 085155338246   |   ✉️ Email: bdchydi@sre.co.id</a:t>
            </a:r>
          </a:p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🌐 Website: https://mdhproduction.com   •   🚀 Portal Web App: https://app.mdhproduction.com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✨ Siap dipublikasikan di LinkedIn sebagai Carousel / Dokumen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